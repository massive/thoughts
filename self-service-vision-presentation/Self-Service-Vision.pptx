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Manual Configuration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688925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Year's Configuration Tickets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128099" cy="9714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87326"/>
            <a:ext cx="0" cy="971401"/>
          </a:xfrm>
          <a:prstGeom prst="line">
            <a:avLst/>
          </a:prstGeom>
          <a:noFill/>
          <a:ln w="5715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251" y="1139726"/>
            <a:ext cx="22313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251" y="1488877"/>
            <a:ext cx="22313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251" y="1672977"/>
            <a:ext cx="2231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Whitelisting, credentials,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6876" y="1323826"/>
            <a:ext cx="6160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6876" y="1507927"/>
            <a:ext cx="6160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lead 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60228"/>
            <a:ext cx="8128099" cy="9714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6525" y="2060228"/>
            <a:ext cx="0" cy="971401"/>
          </a:xfrm>
          <a:prstGeom prst="line">
            <a:avLst/>
          </a:prstGeom>
          <a:noFill/>
          <a:ln w="5715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251" y="2212628"/>
            <a:ext cx="15229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251" y="2561779"/>
            <a:ext cx="1522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Whitelisting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251" y="2745879"/>
            <a:ext cx="1522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 configuration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16876" y="2396728"/>
            <a:ext cx="6160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6876" y="2580829"/>
            <a:ext cx="6160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lead time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3133130"/>
            <a:ext cx="8128099" cy="9714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6525" y="3133130"/>
            <a:ext cx="0" cy="971401"/>
          </a:xfrm>
          <a:prstGeom prst="line">
            <a:avLst/>
          </a:prstGeom>
          <a:noFill/>
          <a:ln w="57150">
            <a:solidFill>
              <a:srgbClr val="00A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251" y="3285530"/>
            <a:ext cx="19264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8251" y="3634680"/>
            <a:ext cx="19264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Rotation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251" y="3818781"/>
            <a:ext cx="19264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credential rotation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12243" y="3469630"/>
            <a:ext cx="8206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request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12243" y="3653730"/>
            <a:ext cx="820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4256931"/>
            <a:ext cx="8128099" cy="514350"/>
          </a:xfrm>
          <a:prstGeom prst="roundRect">
            <a:avLst>
              <a:gd name="adj" fmla="val 14815"/>
            </a:avLst>
          </a:prstGeom>
          <a:solidFill>
            <a:srgbClr val="0A2E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6550" y="4409331"/>
            <a:ext cx="37330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~1,150 tickets/year for simple configuration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49033" y="4437906"/>
            <a:ext cx="1895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doesn't scale as we grow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Self-Service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from tickets to autonomy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063526"/>
            <a:ext cx="8128099" cy="927050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215926"/>
            <a:ext cx="692200" cy="20955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602" y="1254026"/>
            <a:ext cx="498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0251" y="1215926"/>
            <a:ext cx="1571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101" y="1501676"/>
            <a:ext cx="787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- Kasa's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1101" y="1695301"/>
            <a:ext cx="787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-&gt; Automated setup -&gt; Portal access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117527"/>
            <a:ext cx="8128099" cy="1419225"/>
          </a:xfrm>
          <a:prstGeom prst="roundRect">
            <a:avLst>
              <a:gd name="adj" fmla="val 5369"/>
            </a:avLst>
          </a:prstGeom>
          <a:solidFill>
            <a:srgbClr val="E8F4FD"/>
          </a:solidFill>
          <a:ln w="19050">
            <a:solidFill>
              <a:srgbClr val="00A8E8"/>
            </a:solidFill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0151" y="2288977"/>
            <a:ext cx="692200" cy="209550"/>
          </a:xfrm>
          <a:prstGeom prst="roundRect">
            <a:avLst>
              <a:gd name="adj" fmla="val 18182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1652" y="2327077"/>
            <a:ext cx="498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49301" y="2288977"/>
            <a:ext cx="2477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Self-Configuration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05424" y="2311301"/>
            <a:ext cx="1160562" cy="164902"/>
          </a:xfrm>
          <a:prstGeom prst="roundRect">
            <a:avLst>
              <a:gd name="adj" fmla="val 77015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1624" y="2336602"/>
            <a:ext cx="1028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READY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0151" y="2574727"/>
            <a:ext cx="7837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available - 6-12 month timeline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0151" y="2793802"/>
            <a:ext cx="1850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days -&gt; 2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7070" y="2793802"/>
            <a:ext cx="17115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whitelisting: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days -&gt; 30 sec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8257" y="2793802"/>
            <a:ext cx="148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credentials: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On-demand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0151" y="3003352"/>
            <a:ext cx="7837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 clients, webhooks, SSO configuration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0151" y="3222427"/>
            <a:ext cx="7837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Let me show you this working... [DEMO]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3663702"/>
            <a:ext cx="8128099" cy="1146125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101" y="3816102"/>
            <a:ext cx="692200" cy="20955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2602" y="3854202"/>
            <a:ext cx="498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30251" y="3816102"/>
            <a:ext cx="1541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Integrations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1101" y="4101852"/>
            <a:ext cx="787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 - 12-24 months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101" y="4295477"/>
            <a:ext cx="787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creates transformations - Low-code interface - DM already does this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101" y="4514552"/>
            <a:ext cx="7876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Here's where we're heading... [DEMO]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Real Demand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are asking for this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898327"/>
            <a:ext cx="8128099" cy="764977"/>
          </a:xfrm>
          <a:prstGeom prst="roundRect">
            <a:avLst>
              <a:gd name="adj" fmla="val 9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matias.kakela/code/thoughts/workspace/slides/check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651" y="1025277"/>
            <a:ext cx="355550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3602" y="1025277"/>
            <a:ext cx="7410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93602" y="1222028"/>
            <a:ext cx="7410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their own integrations independently without RELEX TC involvement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3602" y="1403003"/>
            <a:ext cx="7410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Customers can manage complex integrations when given the tools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7950" y="1764804"/>
            <a:ext cx="8128099" cy="764977"/>
          </a:xfrm>
          <a:prstGeom prst="roundRect">
            <a:avLst>
              <a:gd name="adj" fmla="val 9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matias.kakela/code/thoughts/workspace/slides/check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51" y="1891754"/>
            <a:ext cx="355550" cy="3555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3602" y="1891754"/>
            <a:ext cx="7410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93602" y="2088505"/>
            <a:ext cx="7410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requesting self-service configuration capabilities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93602" y="2269480"/>
            <a:ext cx="7410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Enterprise customers expect modern self-service experiences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7950" y="2631281"/>
            <a:ext cx="8128099" cy="764977"/>
          </a:xfrm>
          <a:prstGeom prst="roundRect">
            <a:avLst>
              <a:gd name="adj" fmla="val 9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Users/matias.kakela/code/thoughts/workspace/slides/arrow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51" y="2758232"/>
            <a:ext cx="355550" cy="3555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93602" y="2758232"/>
            <a:ext cx="7410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George's P and P Team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93602" y="2954982"/>
            <a:ext cx="7410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self-service exports right now - same pattern emerging internally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93602" y="3135957"/>
            <a:ext cx="7410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Need is urgent - teams building workarounds without central coordination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7950" y="3523208"/>
            <a:ext cx="8128099" cy="618976"/>
          </a:xfrm>
          <a:prstGeom prst="roundRect">
            <a:avLst>
              <a:gd name="adj" fmla="val 123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36525" y="3523208"/>
            <a:ext cx="0" cy="618976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2801" y="3650159"/>
            <a:ext cx="7869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isn't "if" - it's "when" and "how"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42801" y="3872359"/>
            <a:ext cx="7869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lead with a unified platform, or watch teams build fragmented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777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Pieces Fit Together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580876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customer experience across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00748" y="825252"/>
            <a:ext cx="1981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4050" y="1041053"/>
            <a:ext cx="8635901" cy="818852"/>
          </a:xfrm>
          <a:prstGeom prst="roundRect">
            <a:avLst>
              <a:gd name="adj" fmla="val 9306"/>
            </a:avLst>
          </a:prstGeom>
          <a:solidFill>
            <a:srgbClr val="0A2E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05000" y="1193453"/>
            <a:ext cx="2362200" cy="514052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14550" y="129495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14550" y="147265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and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0350" y="1331416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6800" y="1193453"/>
            <a:ext cx="2362200" cy="514052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86350" y="129495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3000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86350" y="147265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Building</a:t>
            </a:r>
            <a:endParaRPr lang="en-US" sz="900" dirty="0"/>
          </a:p>
        </p:txBody>
      </p:sp>
      <p:pic>
        <p:nvPicPr>
          <p:cNvPr id="13" name="Image 0" descr="/Users/matias.kakela/code/thoughts/workspace/slides/arrow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8850" y="1961406"/>
            <a:ext cx="406301" cy="2539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06577" y="2316807"/>
            <a:ext cx="1561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PLATFORM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0300" y="2532608"/>
            <a:ext cx="8623399" cy="1301353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932087" y="2678609"/>
            <a:ext cx="1364456" cy="345877"/>
          </a:xfrm>
          <a:prstGeom prst="roundRect">
            <a:avLst>
              <a:gd name="adj" fmla="val 183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99697" y="2780109"/>
            <a:ext cx="10292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Portal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23493" y="276582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02844" y="2678609"/>
            <a:ext cx="1724174" cy="345877"/>
          </a:xfrm>
          <a:prstGeom prst="roundRect">
            <a:avLst>
              <a:gd name="adj" fmla="val 183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866857" y="2780109"/>
            <a:ext cx="1396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Designer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53968" y="276582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33318" y="2678609"/>
            <a:ext cx="1378446" cy="345877"/>
          </a:xfrm>
          <a:prstGeom prst="roundRect">
            <a:avLst>
              <a:gd name="adj" fmla="val 183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000789" y="2780109"/>
            <a:ext cx="10435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45285" y="3100685"/>
            <a:ext cx="1253430" cy="295275"/>
          </a:xfrm>
          <a:prstGeom prst="roundRect">
            <a:avLst>
              <a:gd name="adj" fmla="val 2150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122986" y="3176885"/>
            <a:ext cx="915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API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16635" y="3497461"/>
            <a:ext cx="945952" cy="190500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418136" y="3535561"/>
            <a:ext cx="757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Connector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64087" y="3497461"/>
            <a:ext cx="744736" cy="190500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465588" y="3535561"/>
            <a:ext cx="552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Files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0324" y="3497461"/>
            <a:ext cx="616893" cy="190500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1825" y="3535561"/>
            <a:ext cx="4221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API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6669" y="3935462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40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work together to provide seamless integration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E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530126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we ship this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74920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Elimination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028551"/>
            <a:ext cx="6629698" cy="228600"/>
          </a:xfrm>
          <a:prstGeom prst="roundRect">
            <a:avLst>
              <a:gd name="adj" fmla="val 16667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76176"/>
            <a:ext cx="978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storage tickets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11211" y="1076176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-&gt; 2 minutes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307902"/>
            <a:ext cx="6629698" cy="228600"/>
          </a:xfrm>
          <a:prstGeom prst="roundRect">
            <a:avLst>
              <a:gd name="adj" fmla="val 16667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355527"/>
            <a:ext cx="937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IP whitelisting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11211" y="1355527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 -&gt; 30 seconds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587252"/>
            <a:ext cx="6629698" cy="228600"/>
          </a:xfrm>
          <a:prstGeom prst="roundRect">
            <a:avLst>
              <a:gd name="adj" fmla="val 16667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1634877"/>
            <a:ext cx="859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SP rotations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11211" y="1634877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Customer-controlled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1942802"/>
            <a:ext cx="8128099" cy="304800"/>
          </a:xfrm>
          <a:prstGeom prst="roundRect">
            <a:avLst>
              <a:gd name="adj" fmla="val 16667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2019002"/>
            <a:ext cx="7979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~1,150 tickets/year eliminated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2323802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2603153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2679353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451" y="2838004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complex problems, not repetitive tasks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32721" y="2603153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34221" y="2679353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34221" y="2838004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at their own pace - minutes, not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950" y="3104704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451" y="3180904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451" y="3339554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or 10,000 customers - same effort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32721" y="3104704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34221" y="3180904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34221" y="3339554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 sharing via email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950" y="3606254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451" y="3682454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9451" y="3841105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logging of all changes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32721" y="3606254"/>
            <a:ext cx="284857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34221" y="3682454"/>
            <a:ext cx="2698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Ecosystem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34221" y="3841105"/>
            <a:ext cx="2698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independent implementations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7950" y="4133106"/>
            <a:ext cx="8128099" cy="355402"/>
          </a:xfrm>
          <a:prstGeom prst="roundRect">
            <a:avLst>
              <a:gd name="adj" fmla="val 14294"/>
            </a:avLst>
          </a:prstGeom>
          <a:solidFill>
            <a:srgbClr val="0A2E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3883" y="4234607"/>
            <a:ext cx="7876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Phase 2 production-ready in 6-12 months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Self-Service Vision for External Integrations</dc:title>
  <dc:subject>PptxGenJS Presentation</dc:subject>
  <dc:creator>R&amp;D Monthly Meeting</dc:creator>
  <cp:lastModifiedBy>R&amp;D Monthly Meeting</cp:lastModifiedBy>
  <cp:revision>1</cp:revision>
  <dcterms:created xsi:type="dcterms:W3CDTF">2025-12-12T13:02:13Z</dcterms:created>
  <dcterms:modified xsi:type="dcterms:W3CDTF">2025-12-12T13:02:13Z</dcterms:modified>
</cp:coreProperties>
</file>